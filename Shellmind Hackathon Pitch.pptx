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Plus Jakarta Sans"/>
      <p:bold r:id="rId9"/>
    </p:embeddedFont>
    <p:embeddedFont>
      <p:font typeface="Space Grotesk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06934"/>
            <a:ext cx="2495550" cy="285750"/>
          </a:xfrm>
          <a:prstGeom prst="roundRect">
            <a:avLst>
              <a:gd name="adj" fmla="val 50000"/>
            </a:avLst>
          </a:prstGeom>
          <a:solidFill>
            <a:srgbClr val="15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455765"/>
            <a:ext cx="2105025" cy="495300"/>
          </a:xfrm>
          <a:prstGeom prst="roundRect">
            <a:avLst>
              <a:gd name="adj" fmla="val 1923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943225" y="4455765"/>
            <a:ext cx="2419350" cy="495300"/>
          </a:xfrm>
          <a:prstGeom prst="roundRect">
            <a:avLst>
              <a:gd name="adj" fmla="val 1923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591175" y="4455765"/>
            <a:ext cx="2257425" cy="495300"/>
          </a:xfrm>
          <a:prstGeom prst="roundRect">
            <a:avLst>
              <a:gd name="adj" fmla="val 1923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92659"/>
            <a:ext cx="152400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08165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825" y="4608165"/>
            <a:ext cx="2190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9775" y="4608165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2421284"/>
            <a:ext cx="11582400" cy="586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F8FAFC"/>
                </a:solidFill>
                <a:latin typeface="Space Grotesk"/>
              </a:rPr>
              <a:t>Shellmind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160365"/>
            <a:ext cx="115824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Plus Jakarta Sans"/>
              </a:rPr>
              <a:t>Say What You Want, Your Terminal Does the 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636615"/>
            <a:ext cx="6953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An Agentic Terminal that turns natural intent into safe, verified multi-shell execution across any operating system.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355" y="1973609"/>
            <a:ext cx="2286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Plus Jakarta Sans"/>
              </a:rPr>
              <a:t>AGENTIC AI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612927"/>
            <a:ext cx="16787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Plus Jakarta Sans"/>
              </a:rPr>
              <a:t>Safe Dry-Run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5200" y="4612927"/>
            <a:ext cx="20359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Plus Jakarta Sans"/>
              </a:rPr>
              <a:t>Cross-Shell Perception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4575" y="4612927"/>
            <a:ext cx="18692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Plus Jakarta Sans"/>
              </a:rPr>
              <a:t>Self-Correcting 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09862"/>
            <a:ext cx="2600325" cy="2466975"/>
          </a:xfrm>
          <a:prstGeom prst="roundRect">
            <a:avLst>
              <a:gd name="adj" fmla="val 4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709862"/>
            <a:ext cx="2600325" cy="2466975"/>
          </a:xfrm>
          <a:prstGeom prst="roundRect">
            <a:avLst>
              <a:gd name="adj" fmla="val 4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709862"/>
            <a:ext cx="2600325" cy="2466975"/>
          </a:xfrm>
          <a:prstGeom prst="roundRect">
            <a:avLst>
              <a:gd name="adj" fmla="val 4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709862"/>
            <a:ext cx="2600325" cy="2466975"/>
          </a:xfrm>
          <a:prstGeom prst="roundRect">
            <a:avLst>
              <a:gd name="adj" fmla="val 4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976562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25" y="2976562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950" y="2976562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775" y="2976562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262" y="3081337"/>
            <a:ext cx="219075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1900" y="3081337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3081337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3550" y="3081337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01. THE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The Problem: The Unforgiving Command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509962"/>
            <a:ext cx="2583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WHO'S AFFECTED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738562"/>
            <a:ext cx="2270283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Developers &amp; SysAdmins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310062"/>
            <a:ext cx="21621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Developers, DevOps engineers, and students context-switching daily.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7125" y="3509962"/>
            <a:ext cx="2583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WHAT'S BROKEN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7125" y="3738562"/>
            <a:ext cx="2270283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Syntax Overhead &amp; Friction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7125" y="4310062"/>
            <a:ext cx="21621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Memories fail on flags; constant alt-tabbing to Stack Overflow.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950" y="3509962"/>
            <a:ext cx="2583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7950" y="3738562"/>
            <a:ext cx="271283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20% Time Lost &amp;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7950" y="4071937"/>
            <a:ext cx="21621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Unchecked commands risk breaking production systems.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8775" y="3509962"/>
            <a:ext cx="2583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CURRENT LIMITS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8775" y="3738562"/>
            <a:ext cx="271283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Static Copilot 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8775" y="4071937"/>
            <a:ext cx="21621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Standard LLMs lack OS context, dry-runs, or active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09862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757612"/>
            <a:ext cx="3530649" cy="1381125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3757612"/>
            <a:ext cx="3530649" cy="1381125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3757612"/>
            <a:ext cx="3530649" cy="1381125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986087"/>
            <a:ext cx="3048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02.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Our Solution: Shellmind Agentic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00362"/>
            <a:ext cx="81819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The 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19437"/>
            <a:ext cx="101084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An autonomous CLI agent that turns plain language intent into safe, context-aware system 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995737"/>
            <a:ext cx="38179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243387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Context Sensing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538662"/>
            <a:ext cx="31496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Detects OS, active shell (WSL/PowerShell/Bash), and directory.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874" y="3995737"/>
            <a:ext cx="38179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4243387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Multi-Step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874" y="4538662"/>
            <a:ext cx="31496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Decomposes goals into sequential, explained commands.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024" y="3995737"/>
            <a:ext cx="38179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STEP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024" y="4243387"/>
            <a:ext cx="3901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Safe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024" y="4538662"/>
            <a:ext cx="31496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Runs dry-runs, intercepts destructive edits, and self-corrects.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24200"/>
            <a:ext cx="187449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84140" y="3124200"/>
            <a:ext cx="187449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58680" y="3224212"/>
            <a:ext cx="187449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33220" y="3224212"/>
            <a:ext cx="187449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707760" y="3124200"/>
            <a:ext cx="187449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124200"/>
            <a:ext cx="187449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84140" y="3124200"/>
            <a:ext cx="187449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58680" y="3224212"/>
            <a:ext cx="187449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33220" y="3224212"/>
            <a:ext cx="187449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07760" y="3124200"/>
            <a:ext cx="187449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90" y="3867150"/>
            <a:ext cx="952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030" y="3867150"/>
            <a:ext cx="952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570" y="3867150"/>
            <a:ext cx="952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110" y="3867150"/>
            <a:ext cx="9525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03. SYSTEM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Technical Architecture: The 5-Stage Agent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3352800"/>
            <a:ext cx="18668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01. PERCEIVE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3581400"/>
            <a:ext cx="166817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Environment Sensing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4057650"/>
            <a:ext cx="158874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Reads OS, shell type, workspace state, and tool versions.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4640" y="3352800"/>
            <a:ext cx="18668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02.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4640" y="3581400"/>
            <a:ext cx="166817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Task Decomposition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4640" y="4057650"/>
            <a:ext cx="158874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Breaks intent into ordered, clear terminal command steps.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180" y="3452812"/>
            <a:ext cx="18668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03.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180" y="3681412"/>
            <a:ext cx="196020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Safety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180" y="3957637"/>
            <a:ext cx="158874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Flags destructive flags (`rm -rf`) and runs dry-run checks.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3720" y="3452812"/>
            <a:ext cx="18668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Plus Jakarta Sans"/>
              </a:rPr>
              <a:t>04. 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3720" y="3681412"/>
            <a:ext cx="196020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Shell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3720" y="3957637"/>
            <a:ext cx="158874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Executes commands directly in local shell session.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8260" y="3352800"/>
            <a:ext cx="18668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05. RECOVER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8260" y="3581400"/>
            <a:ext cx="166817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Auto Self-Correction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8260" y="4057650"/>
            <a:ext cx="158874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Reads stderr output, fixes errors, and retries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485900"/>
            <a:ext cx="10972800" cy="7524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485900"/>
            <a:ext cx="38100" cy="7524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529012"/>
            <a:ext cx="5372100" cy="177165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529012"/>
            <a:ext cx="5372100" cy="177165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781425"/>
            <a:ext cx="1428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3781425"/>
            <a:ext cx="17145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04. DEMONSTRATION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Real-World Impact: Before vs. 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638300"/>
            <a:ext cx="106108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Plus Jakarta Sans"/>
              </a:rPr>
              <a:t>User Intent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1876425"/>
            <a:ext cx="113157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C4A6E"/>
                </a:solidFill>
                <a:latin typeface="Plus Jakarta Sans"/>
              </a:rPr>
              <a:t>"Find the 5 largest files in this folder, compress them, and kill the process on port 8080."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767137"/>
            <a:ext cx="19002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Before Shellmind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138612"/>
            <a:ext cx="611981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Search Overhead: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Manual lookup for `find`, `tar`, and `lsof` flags.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471987"/>
            <a:ext cx="611981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High Risk: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Unverified destructive command executions.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805362"/>
            <a:ext cx="611981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Halting Errors: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Cryptic error outputs halt developer flow.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6075" y="3767137"/>
            <a:ext cx="166270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Plus Jakarta Sans"/>
              </a:rPr>
              <a:t>With Shellmind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4138612"/>
            <a:ext cx="57435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One-Click Intent: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Single plain English input generates accurate steps.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4471987"/>
            <a:ext cx="57435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Safety Layer: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Interactive preview &amp; dry-run before execution.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4805362"/>
            <a:ext cx="57435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Self-Healing: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Autonomous diagnosis and fix proposals on error.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62250"/>
            <a:ext cx="2600325" cy="232410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762250"/>
            <a:ext cx="2600325" cy="232410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762250"/>
            <a:ext cx="2600325" cy="232410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762250"/>
            <a:ext cx="2600325" cy="232410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02895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25" y="3028950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950" y="3028950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775" y="3028950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3133725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1900" y="3133725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8912" y="3133725"/>
            <a:ext cx="2190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3550" y="3133725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05. BUSINESS &amp;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Revenue Model &amp; Technical Feasibility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562350"/>
            <a:ext cx="2583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REVENUE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790950"/>
            <a:ext cx="271283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Freemium &amp; 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086225"/>
            <a:ext cx="21621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Free individual CLI tier; enterprise team security audit SaaS subscriptions.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7125" y="3562350"/>
            <a:ext cx="2583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MARKET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7125" y="3790950"/>
            <a:ext cx="271283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$15B+ Global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7125" y="4086225"/>
            <a:ext cx="21621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Serves 30M+ global developers and DevOps infrastructure teams.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950" y="3562350"/>
            <a:ext cx="2583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TECHNICAL FEASIBILITY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7950" y="3790950"/>
            <a:ext cx="227028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Lightweight Orchestration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7950" y="4305300"/>
            <a:ext cx="21621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Local shell probes + fast LLM function calling; minimal runtime cost.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8775" y="3562350"/>
            <a:ext cx="2583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4-WEEK TIMELINE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8775" y="3790950"/>
            <a:ext cx="271283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MVP to Ecosystem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8775" y="4086225"/>
            <a:ext cx="21621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Core engine functional in 4 weeks; marketplace macro rollout next.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07650" y="4433887"/>
            <a:ext cx="2910337" cy="409575"/>
          </a:xfrm>
          <a:prstGeom prst="roundRect">
            <a:avLst>
              <a:gd name="adj" fmla="val 1860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770387" y="4433887"/>
            <a:ext cx="1590675" cy="409575"/>
          </a:xfrm>
          <a:prstGeom prst="roundRect">
            <a:avLst>
              <a:gd name="adj" fmla="val 18604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014537"/>
            <a:ext cx="533400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47887"/>
            <a:ext cx="3048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9112" y="4586287"/>
            <a:ext cx="1428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8987" y="4576762"/>
            <a:ext cx="104775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08301" y="2776537"/>
            <a:ext cx="3175396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8FAFC"/>
                </a:solidFill>
                <a:latin typeface="Space Grotesk"/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82515" y="3509962"/>
            <a:ext cx="622696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38BDF8"/>
                </a:solidFill>
                <a:latin typeface="Plus Jakarta Sans"/>
              </a:rPr>
              <a:t>Shellmind: Turning Intent Into Safe, Verified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0578" y="3890962"/>
            <a:ext cx="6750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Plus Jakarta Sans"/>
              </a:rPr>
              <a:t>Making the command line feel like a conversation instead of a memory 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9568" y="4497213"/>
            <a:ext cx="2340768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125" b="1" dirty="0">
                <a:solidFill>
                  <a:srgbClr val="E2E8F0"/>
                </a:solidFill>
                <a:latin typeface="Plus Jakarta Sans"/>
              </a:rPr>
              <a:t>https://github.com/omkhanjodkar-dev/Shellmind</a:t>
            </a:r>
            <a:endParaRPr sz="1125" b="1" i="0" u="none" dirty="0">
              <a:solidFill>
                <a:srgbClr val="E2E8F0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00152" y="4548187"/>
            <a:ext cx="153114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 dirty="0">
                <a:solidFill>
                  <a:srgbClr val="FFFFFF"/>
                </a:solidFill>
                <a:latin typeface="Plus Jakarta Sans"/>
              </a:rPr>
              <a:t>Try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501</Words>
  <Application>Microsoft Office PowerPoint</Application>
  <PresentationFormat>Widescreen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Space Grotesk</vt:lpstr>
      <vt:lpstr>Plus Jakarta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Om_Khanjodkar</dc:creator>
  <cp:keywords/>
  <dc:description>generated using python-pptx</dc:description>
  <cp:lastModifiedBy>Om Khanjodkar</cp:lastModifiedBy>
  <cp:revision>2</cp:revision>
  <dcterms:created xsi:type="dcterms:W3CDTF">2013-01-27T09:14:16Z</dcterms:created>
  <dcterms:modified xsi:type="dcterms:W3CDTF">2026-10-04T14:40:41Z</dcterms:modified>
  <cp:category/>
</cp:coreProperties>
</file>